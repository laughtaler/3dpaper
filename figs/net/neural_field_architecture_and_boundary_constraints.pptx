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5224882"/>
  <p:notesSz cx="5224882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ural_field_architecture_and_boundary_constraints_8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224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Multiresolution Boundary-Constrained Neural Field</dc:title>
  <dc:subject>Multiresolution Boundary-Constrained Neural Field</dc:subject>
  <dc:creator>OpenAI</dc:creator>
  <cp:lastModifiedBy>OpenAI</cp:lastModifiedBy>
  <cp:revision>1</cp:revision>
  <dcterms:created xsi:type="dcterms:W3CDTF">2026-05-21T07:59:09Z</dcterms:created>
  <dcterms:modified xsi:type="dcterms:W3CDTF">2026-05-21T07:59:09Z</dcterms:modified>
</cp:coreProperties>
</file>