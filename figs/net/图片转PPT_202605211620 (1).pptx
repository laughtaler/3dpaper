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60" r:id="rId4"/>
  </p:sldIdLst>
  <p:sldSz cx="48768000" cy="2089785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478406" y="1279287"/>
            <a:ext cx="8060558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095872" y="4148223"/>
            <a:ext cx="36576000" cy="7275548"/>
          </a:xfrm>
        </p:spPr>
        <p:txBody>
          <a:bodyPr anchor="b"/>
          <a:lstStyle>
            <a:lvl1pPr algn="ctr">
              <a:defRPr sz="1828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095872" y="11704344"/>
            <a:ext cx="36576000" cy="5045475"/>
          </a:xfrm>
        </p:spPr>
        <p:txBody>
          <a:bodyPr/>
          <a:lstStyle>
            <a:lvl1pPr marL="0" indent="0" algn="ctr">
              <a:buNone/>
              <a:defRPr sz="7315"/>
            </a:lvl1pPr>
            <a:lvl2pPr marL="1393190" indent="0" algn="ctr">
              <a:buNone/>
              <a:defRPr sz="6095"/>
            </a:lvl2pPr>
            <a:lvl3pPr marL="2786380" indent="0" algn="ctr">
              <a:buNone/>
              <a:defRPr sz="5485"/>
            </a:lvl3pPr>
            <a:lvl4pPr marL="4179570" indent="0" algn="ctr">
              <a:buNone/>
              <a:defRPr sz="4875"/>
            </a:lvl4pPr>
            <a:lvl5pPr marL="5572760" indent="0" algn="ctr">
              <a:buNone/>
              <a:defRPr sz="4875"/>
            </a:lvl5pPr>
            <a:lvl6pPr marL="6965950" indent="0" algn="ctr">
              <a:buNone/>
              <a:defRPr sz="4875"/>
            </a:lvl6pPr>
            <a:lvl7pPr marL="8359140" indent="0" algn="ctr">
              <a:buNone/>
              <a:defRPr sz="4875"/>
            </a:lvl7pPr>
            <a:lvl8pPr marL="9752330" indent="0" algn="ctr">
              <a:buNone/>
              <a:defRPr sz="4875"/>
            </a:lvl8pPr>
            <a:lvl9pPr marL="11145520" indent="0" algn="ctr">
              <a:buNone/>
              <a:defRPr sz="487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2420620" y="19241502"/>
            <a:ext cx="1082802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16464000" y="19241380"/>
            <a:ext cx="15840000" cy="96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35509200" y="19241502"/>
            <a:ext cx="1084580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8336" y="1470154"/>
            <a:ext cx="43891552" cy="216720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38224" y="4643967"/>
            <a:ext cx="43891552" cy="143964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2420620" y="19241502"/>
            <a:ext cx="1082802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16464000" y="19241380"/>
            <a:ext cx="15840000" cy="96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35509200" y="19241502"/>
            <a:ext cx="1084580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2420620" y="19241502"/>
            <a:ext cx="1082802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16464000" y="19241380"/>
            <a:ext cx="15840000" cy="96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35509200" y="19241502"/>
            <a:ext cx="1084580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7400" y="5209952"/>
            <a:ext cx="42062400" cy="8692924"/>
          </a:xfrm>
        </p:spPr>
        <p:txBody>
          <a:bodyPr anchor="b"/>
          <a:lstStyle>
            <a:lvl1pPr>
              <a:defRPr sz="1828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27400" y="13985114"/>
            <a:ext cx="42062400" cy="4571403"/>
          </a:xfrm>
        </p:spPr>
        <p:txBody>
          <a:bodyPr/>
          <a:lstStyle>
            <a:lvl1pPr marL="0" indent="0">
              <a:buNone/>
              <a:defRPr sz="7315">
                <a:solidFill>
                  <a:schemeClr val="tx1">
                    <a:tint val="75000"/>
                  </a:schemeClr>
                </a:solidFill>
              </a:defRPr>
            </a:lvl1pPr>
            <a:lvl2pPr marL="1393190" indent="0">
              <a:buNone/>
              <a:defRPr sz="6095">
                <a:solidFill>
                  <a:schemeClr val="tx1">
                    <a:tint val="75000"/>
                  </a:schemeClr>
                </a:solidFill>
              </a:defRPr>
            </a:lvl2pPr>
            <a:lvl3pPr marL="2786380" indent="0">
              <a:buNone/>
              <a:defRPr sz="5485">
                <a:solidFill>
                  <a:schemeClr val="tx1">
                    <a:tint val="75000"/>
                  </a:schemeClr>
                </a:solidFill>
              </a:defRPr>
            </a:lvl3pPr>
            <a:lvl4pPr marL="4179570" indent="0">
              <a:buNone/>
              <a:defRPr sz="4875">
                <a:solidFill>
                  <a:schemeClr val="tx1">
                    <a:tint val="75000"/>
                  </a:schemeClr>
                </a:solidFill>
              </a:defRPr>
            </a:lvl4pPr>
            <a:lvl5pPr marL="5572760" indent="0">
              <a:buNone/>
              <a:defRPr sz="4875">
                <a:solidFill>
                  <a:schemeClr val="tx1">
                    <a:tint val="75000"/>
                  </a:schemeClr>
                </a:solidFill>
              </a:defRPr>
            </a:lvl5pPr>
            <a:lvl6pPr marL="6965950" indent="0">
              <a:buNone/>
              <a:defRPr sz="4875">
                <a:solidFill>
                  <a:schemeClr val="tx1">
                    <a:tint val="75000"/>
                  </a:schemeClr>
                </a:solidFill>
              </a:defRPr>
            </a:lvl6pPr>
            <a:lvl7pPr marL="8359140" indent="0">
              <a:buNone/>
              <a:defRPr sz="4875">
                <a:solidFill>
                  <a:schemeClr val="tx1">
                    <a:tint val="75000"/>
                  </a:schemeClr>
                </a:solidFill>
              </a:defRPr>
            </a:lvl7pPr>
            <a:lvl8pPr marL="9752330" indent="0">
              <a:buNone/>
              <a:defRPr sz="4875">
                <a:solidFill>
                  <a:schemeClr val="tx1">
                    <a:tint val="75000"/>
                  </a:schemeClr>
                </a:solidFill>
              </a:defRPr>
            </a:lvl8pPr>
            <a:lvl9pPr marL="11145520" indent="0">
              <a:buNone/>
              <a:defRPr sz="48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2420620" y="19241502"/>
            <a:ext cx="1082802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16464000" y="19241380"/>
            <a:ext cx="15840000" cy="96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35509200" y="19241502"/>
            <a:ext cx="1084580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8224" y="1470154"/>
            <a:ext cx="43891552" cy="216720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438336" y="4643531"/>
            <a:ext cx="21031368" cy="143964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5288240" y="4643967"/>
            <a:ext cx="21066760" cy="1439629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16464000" y="19241380"/>
            <a:ext cx="15840000" cy="96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2413000" y="19241502"/>
            <a:ext cx="10835640" cy="965558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35509200" y="19241502"/>
            <a:ext cx="1084580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8224" y="1470592"/>
            <a:ext cx="43891552" cy="216720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428240" y="4643967"/>
            <a:ext cx="21031368" cy="2786401"/>
          </a:xfrm>
        </p:spPr>
        <p:txBody>
          <a:bodyPr anchor="ctr" anchorCtr="0"/>
          <a:lstStyle>
            <a:lvl1pPr marL="0" indent="0">
              <a:buNone/>
              <a:defRPr sz="8530"/>
            </a:lvl1pPr>
            <a:lvl2pPr marL="1393190" indent="0">
              <a:buNone/>
              <a:defRPr sz="7315"/>
            </a:lvl2pPr>
            <a:lvl3pPr marL="2786380" indent="0">
              <a:buNone/>
              <a:defRPr sz="6095"/>
            </a:lvl3pPr>
            <a:lvl4pPr marL="4179570" indent="0">
              <a:buNone/>
              <a:defRPr sz="5485"/>
            </a:lvl4pPr>
            <a:lvl5pPr marL="5572760" indent="0">
              <a:buNone/>
              <a:defRPr sz="5485"/>
            </a:lvl5pPr>
            <a:lvl6pPr marL="6965950" indent="0">
              <a:buNone/>
              <a:defRPr sz="5485"/>
            </a:lvl6pPr>
            <a:lvl7pPr marL="8359140" indent="0">
              <a:buNone/>
              <a:defRPr sz="5485"/>
            </a:lvl7pPr>
            <a:lvl8pPr marL="9752330" indent="0">
              <a:buNone/>
              <a:defRPr sz="5485"/>
            </a:lvl8pPr>
            <a:lvl9pPr marL="11145520" indent="0">
              <a:buNone/>
              <a:defRPr sz="548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438400" y="7739944"/>
            <a:ext cx="21031200" cy="113004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5297644" y="4643089"/>
            <a:ext cx="21031368" cy="2786401"/>
          </a:xfrm>
        </p:spPr>
        <p:txBody>
          <a:bodyPr anchor="ctr" anchorCtr="0"/>
          <a:lstStyle>
            <a:lvl1pPr marL="0" indent="0">
              <a:buNone/>
              <a:defRPr sz="8530"/>
            </a:lvl1pPr>
            <a:lvl2pPr marL="1393190" indent="0">
              <a:buNone/>
              <a:defRPr sz="7315"/>
            </a:lvl2pPr>
            <a:lvl3pPr marL="2786380" indent="0">
              <a:buNone/>
              <a:defRPr sz="6095"/>
            </a:lvl3pPr>
            <a:lvl4pPr marL="4179570" indent="0">
              <a:buNone/>
              <a:defRPr sz="5485"/>
            </a:lvl4pPr>
            <a:lvl5pPr marL="5572760" indent="0">
              <a:buNone/>
              <a:defRPr sz="5485"/>
            </a:lvl5pPr>
            <a:lvl6pPr marL="6965950" indent="0">
              <a:buNone/>
              <a:defRPr sz="5485"/>
            </a:lvl6pPr>
            <a:lvl7pPr marL="8359140" indent="0">
              <a:buNone/>
              <a:defRPr sz="5485"/>
            </a:lvl7pPr>
            <a:lvl8pPr marL="9752330" indent="0">
              <a:buNone/>
              <a:defRPr sz="5485"/>
            </a:lvl8pPr>
            <a:lvl9pPr marL="11145520" indent="0">
              <a:buNone/>
              <a:defRPr sz="548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5298400" y="7739944"/>
            <a:ext cx="21031200" cy="113004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2413000" y="19241502"/>
            <a:ext cx="10835640" cy="965558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35509200" y="19241502"/>
            <a:ext cx="10838180" cy="965558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8224" y="1470202"/>
            <a:ext cx="43891552" cy="216720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2420620" y="19241502"/>
            <a:ext cx="1082802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16464000" y="19241380"/>
            <a:ext cx="15840000" cy="96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35509200" y="19241502"/>
            <a:ext cx="1084580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8336" y="1857151"/>
            <a:ext cx="14224112" cy="4876165"/>
          </a:xfrm>
        </p:spPr>
        <p:txBody>
          <a:bodyPr anchor="b"/>
          <a:lstStyle>
            <a:lvl1pPr>
              <a:defRPr sz="975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090640" y="1857587"/>
            <a:ext cx="27229016" cy="17182677"/>
          </a:xfrm>
        </p:spPr>
        <p:txBody>
          <a:bodyPr/>
          <a:lstStyle>
            <a:lvl1pPr marL="0" indent="0">
              <a:buNone/>
              <a:defRPr sz="9750"/>
            </a:lvl1pPr>
            <a:lvl2pPr marL="1393190" indent="0">
              <a:buNone/>
              <a:defRPr sz="8530"/>
            </a:lvl2pPr>
            <a:lvl3pPr marL="2786380" indent="0">
              <a:buNone/>
              <a:defRPr sz="7315"/>
            </a:lvl3pPr>
            <a:lvl4pPr marL="4179570" indent="0">
              <a:buNone/>
              <a:defRPr sz="6095"/>
            </a:lvl4pPr>
            <a:lvl5pPr marL="5572760" indent="0">
              <a:buNone/>
              <a:defRPr sz="6095"/>
            </a:lvl5pPr>
            <a:lvl6pPr marL="6965950" indent="0">
              <a:buNone/>
              <a:defRPr sz="6095"/>
            </a:lvl6pPr>
            <a:lvl7pPr marL="8359140" indent="0">
              <a:buNone/>
              <a:defRPr sz="6095"/>
            </a:lvl7pPr>
            <a:lvl8pPr marL="9752330" indent="0">
              <a:buNone/>
              <a:defRPr sz="6095"/>
            </a:lvl8pPr>
            <a:lvl9pPr marL="11145520" indent="0">
              <a:buNone/>
              <a:defRPr sz="609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438400" y="7043349"/>
            <a:ext cx="14224000" cy="11997008"/>
          </a:xfrm>
        </p:spPr>
        <p:txBody>
          <a:bodyPr/>
          <a:lstStyle>
            <a:lvl1pPr marL="0" indent="0">
              <a:buNone/>
              <a:defRPr sz="6095"/>
            </a:lvl1pPr>
            <a:lvl2pPr marL="1393190" indent="0">
              <a:buNone/>
              <a:defRPr sz="5485"/>
            </a:lvl2pPr>
            <a:lvl3pPr marL="2786380" indent="0">
              <a:buNone/>
              <a:defRPr sz="4875"/>
            </a:lvl3pPr>
            <a:lvl4pPr marL="4179570" indent="0">
              <a:buNone/>
              <a:defRPr sz="4265"/>
            </a:lvl4pPr>
            <a:lvl5pPr marL="5572760" indent="0">
              <a:buNone/>
              <a:defRPr sz="4265"/>
            </a:lvl5pPr>
            <a:lvl6pPr marL="6965950" indent="0">
              <a:buNone/>
              <a:defRPr sz="4265"/>
            </a:lvl6pPr>
            <a:lvl7pPr marL="8359140" indent="0">
              <a:buNone/>
              <a:defRPr sz="4265"/>
            </a:lvl7pPr>
            <a:lvl8pPr marL="9752330" indent="0">
              <a:buNone/>
              <a:defRPr sz="4265"/>
            </a:lvl8pPr>
            <a:lvl9pPr marL="11145520" indent="0">
              <a:buNone/>
              <a:defRPr sz="42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16464000" y="19241380"/>
            <a:ext cx="15840000" cy="96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35509200" y="19241502"/>
            <a:ext cx="1084580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2413000" y="19241502"/>
            <a:ext cx="10835640" cy="965558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8191440" y="1857587"/>
            <a:ext cx="8128064" cy="1718281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438400" y="1857587"/>
            <a:ext cx="34544276" cy="171826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2420620" y="19241502"/>
            <a:ext cx="1082802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16464000" y="19241380"/>
            <a:ext cx="15840000" cy="96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35509200" y="19241502"/>
            <a:ext cx="1084580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2438400" y="1857587"/>
            <a:ext cx="43893740" cy="171826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2420620" y="19241502"/>
            <a:ext cx="1082802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16464000" y="19241380"/>
            <a:ext cx="15840000" cy="96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35509200" y="19241502"/>
            <a:ext cx="1084580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2420620" y="19241502"/>
            <a:ext cx="1082802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16464000" y="19241380"/>
            <a:ext cx="15840000" cy="96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35509200" y="19241502"/>
            <a:ext cx="10845800" cy="96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0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438224" y="1470202"/>
            <a:ext cx="43891552" cy="21672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438224" y="4643967"/>
            <a:ext cx="43891552" cy="143964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2786380" rtl="0" eaLnBrk="1" latinLnBrk="0" hangingPunct="1">
        <a:lnSpc>
          <a:spcPct val="100000"/>
        </a:lnSpc>
        <a:spcBef>
          <a:spcPct val="0"/>
        </a:spcBef>
        <a:buNone/>
        <a:defRPr sz="1097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696595" indent="-696595" algn="l" defTabSz="2786380" rtl="0" eaLnBrk="1" latinLnBrk="0" hangingPunct="1">
        <a:lnSpc>
          <a:spcPct val="90000"/>
        </a:lnSpc>
        <a:spcBef>
          <a:spcPct val="611000"/>
        </a:spcBef>
        <a:buFont typeface="Arial" panose="020B0604020202020204" pitchFamily="34" charset="0"/>
        <a:buChar char="•"/>
        <a:defRPr sz="73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2089785" indent="-696595" algn="l" defTabSz="2786380" rtl="0" eaLnBrk="1" latinLnBrk="0" hangingPunct="1">
        <a:lnSpc>
          <a:spcPct val="90000"/>
        </a:lnSpc>
        <a:spcBef>
          <a:spcPct val="306000"/>
        </a:spcBef>
        <a:buFont typeface="Arial" panose="020B0604020202020204" pitchFamily="34" charset="0"/>
        <a:buChar char="•"/>
        <a:defRPr sz="73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3482975" indent="-696595" algn="l" defTabSz="2786380" rtl="0" eaLnBrk="1" latinLnBrk="0" hangingPunct="1">
        <a:lnSpc>
          <a:spcPct val="90000"/>
        </a:lnSpc>
        <a:spcBef>
          <a:spcPct val="306000"/>
        </a:spcBef>
        <a:buFont typeface="Arial" panose="020B0604020202020204" pitchFamily="34" charset="0"/>
        <a:buChar char="•"/>
        <a:defRPr sz="73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4876165" indent="-696595" algn="l" defTabSz="2786380" rtl="0" eaLnBrk="1" latinLnBrk="0" hangingPunct="1">
        <a:lnSpc>
          <a:spcPct val="90000"/>
        </a:lnSpc>
        <a:spcBef>
          <a:spcPct val="306000"/>
        </a:spcBef>
        <a:buFont typeface="Arial" panose="020B0604020202020204" pitchFamily="34" charset="0"/>
        <a:buChar char="•"/>
        <a:defRPr sz="73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6269355" indent="-696595" algn="l" defTabSz="2786380" rtl="0" eaLnBrk="1" latinLnBrk="0" hangingPunct="1">
        <a:lnSpc>
          <a:spcPct val="90000"/>
        </a:lnSpc>
        <a:spcBef>
          <a:spcPct val="306000"/>
        </a:spcBef>
        <a:buFont typeface="Arial" panose="020B0604020202020204" pitchFamily="34" charset="0"/>
        <a:buChar char="•"/>
        <a:defRPr sz="73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7662545" marR="0" indent="-696595" algn="l" defTabSz="2786380" rtl="0" eaLnBrk="1" fontAlgn="auto" latinLnBrk="0" hangingPunct="1">
        <a:lnSpc>
          <a:spcPct val="90000"/>
        </a:lnSpc>
        <a:spcBef>
          <a:spcPct val="3060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7315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9055735" indent="-696595" algn="l" defTabSz="2786380" rtl="0" eaLnBrk="1" latinLnBrk="0" hangingPunct="1">
        <a:lnSpc>
          <a:spcPct val="90000"/>
        </a:lnSpc>
        <a:spcBef>
          <a:spcPct val="306000"/>
        </a:spcBef>
        <a:buFont typeface="Arial" panose="020B0604020202020204" pitchFamily="34" charset="0"/>
        <a:buChar char="•"/>
        <a:defRPr lang="en-US" altLang="zh-CN" sz="731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10448925" indent="-696595" algn="l" defTabSz="2786380" rtl="0" eaLnBrk="1" latinLnBrk="0" hangingPunct="1">
        <a:lnSpc>
          <a:spcPct val="90000"/>
        </a:lnSpc>
        <a:spcBef>
          <a:spcPct val="306000"/>
        </a:spcBef>
        <a:buFont typeface="Arial" panose="020B0604020202020204" pitchFamily="34" charset="0"/>
        <a:buChar char="•"/>
        <a:defRPr lang="en-US" altLang="zh-CN" sz="731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11145520" indent="0" algn="l" defTabSz="2786380" rtl="0" eaLnBrk="1" latinLnBrk="0" hangingPunct="1">
        <a:lnSpc>
          <a:spcPct val="90000"/>
        </a:lnSpc>
        <a:spcBef>
          <a:spcPct val="306000"/>
        </a:spcBef>
        <a:buFont typeface="Arial" panose="020B0604020202020204" pitchFamily="34" charset="0"/>
        <a:buNone/>
        <a:defRPr lang="en-US" altLang="zh-CN" sz="731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2786380" rtl="0" eaLnBrk="1" latinLnBrk="0" hangingPunct="1">
        <a:defRPr sz="5485" kern="1200">
          <a:solidFill>
            <a:schemeClr val="tx1"/>
          </a:solidFill>
          <a:latin typeface="+mn-lt"/>
          <a:ea typeface="+mn-ea"/>
          <a:cs typeface="+mn-cs"/>
        </a:defRPr>
      </a:lvl1pPr>
      <a:lvl2pPr marL="1393190" algn="l" defTabSz="2786380" rtl="0" eaLnBrk="1" latinLnBrk="0" hangingPunct="1">
        <a:defRPr sz="5485" kern="1200">
          <a:solidFill>
            <a:schemeClr val="tx1"/>
          </a:solidFill>
          <a:latin typeface="+mn-lt"/>
          <a:ea typeface="+mn-ea"/>
          <a:cs typeface="+mn-cs"/>
        </a:defRPr>
      </a:lvl2pPr>
      <a:lvl3pPr marL="2786380" algn="l" defTabSz="2786380" rtl="0" eaLnBrk="1" latinLnBrk="0" hangingPunct="1">
        <a:defRPr sz="5485" kern="1200">
          <a:solidFill>
            <a:schemeClr val="tx1"/>
          </a:solidFill>
          <a:latin typeface="+mn-lt"/>
          <a:ea typeface="+mn-ea"/>
          <a:cs typeface="+mn-cs"/>
        </a:defRPr>
      </a:lvl3pPr>
      <a:lvl4pPr marL="4179570" algn="l" defTabSz="2786380" rtl="0" eaLnBrk="1" latinLnBrk="0" hangingPunct="1">
        <a:defRPr sz="5485" kern="1200">
          <a:solidFill>
            <a:schemeClr val="tx1"/>
          </a:solidFill>
          <a:latin typeface="+mn-lt"/>
          <a:ea typeface="+mn-ea"/>
          <a:cs typeface="+mn-cs"/>
        </a:defRPr>
      </a:lvl4pPr>
      <a:lvl5pPr marL="5572760" algn="l" defTabSz="2786380" rtl="0" eaLnBrk="1" latinLnBrk="0" hangingPunct="1">
        <a:defRPr sz="5485" kern="1200">
          <a:solidFill>
            <a:schemeClr val="tx1"/>
          </a:solidFill>
          <a:latin typeface="+mn-lt"/>
          <a:ea typeface="+mn-ea"/>
          <a:cs typeface="+mn-cs"/>
        </a:defRPr>
      </a:lvl5pPr>
      <a:lvl6pPr marL="6965950" algn="l" defTabSz="2786380" rtl="0" eaLnBrk="1" latinLnBrk="0" hangingPunct="1">
        <a:defRPr sz="5485" kern="1200">
          <a:solidFill>
            <a:schemeClr val="tx1"/>
          </a:solidFill>
          <a:latin typeface="+mn-lt"/>
          <a:ea typeface="+mn-ea"/>
          <a:cs typeface="+mn-cs"/>
        </a:defRPr>
      </a:lvl6pPr>
      <a:lvl7pPr marL="8359140" algn="l" defTabSz="2786380" rtl="0" eaLnBrk="1" latinLnBrk="0" hangingPunct="1">
        <a:defRPr sz="5485" kern="1200">
          <a:solidFill>
            <a:schemeClr val="tx1"/>
          </a:solidFill>
          <a:latin typeface="+mn-lt"/>
          <a:ea typeface="+mn-ea"/>
          <a:cs typeface="+mn-cs"/>
        </a:defRPr>
      </a:lvl7pPr>
      <a:lvl8pPr marL="9752330" algn="l" defTabSz="2786380" rtl="0" eaLnBrk="1" latinLnBrk="0" hangingPunct="1">
        <a:defRPr sz="5485" kern="1200">
          <a:solidFill>
            <a:schemeClr val="tx1"/>
          </a:solidFill>
          <a:latin typeface="+mn-lt"/>
          <a:ea typeface="+mn-ea"/>
          <a:cs typeface="+mn-cs"/>
        </a:defRPr>
      </a:lvl8pPr>
      <a:lvl9pPr marL="11145520" algn="l" defTabSz="2786380" rtl="0" eaLnBrk="1" latinLnBrk="0" hangingPunct="1">
        <a:defRPr sz="5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48761660" cy="20885102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41630780" y="17545196"/>
            <a:ext cx="5457190" cy="2522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895"/>
              </a:lnSpc>
            </a:pPr>
            <a:r>
              <a:rPr sz="30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Output is</a:t>
            </a:r>
            <a:r>
              <a:rPr sz="3000" kern="0" spc="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30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a</a:t>
            </a:r>
            <a:r>
              <a:rPr sz="3000" kern="0" spc="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30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smooth,boundary-</a:t>
            </a:r>
            <a:endParaRPr sz="3000" dirty="0">
              <a:latin typeface="宋体"/>
              <a:ea typeface="宋体"/>
              <a:cs typeface="宋体"/>
            </a:endParaRPr>
          </a:p>
          <a:p>
            <a:pPr marL="12700" algn="l" rtl="0" eaLnBrk="0">
              <a:lnSpc>
                <a:spcPct val="152000"/>
              </a:lnSpc>
              <a:spcBef>
                <a:spcPts val="80"/>
              </a:spcBef>
            </a:pP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constrained growth-direct</a:t>
            </a:r>
            <a:r>
              <a:rPr sz="27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ion field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8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for anisotropic boundary-layer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 </a:t>
            </a:r>
            <a:r>
              <a:rPr sz="31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mesh genera</a:t>
            </a:r>
            <a:r>
              <a:rPr sz="3100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tion.</a:t>
            </a:r>
            <a:endParaRPr sz="3100" dirty="0">
              <a:latin typeface="宋体"/>
              <a:ea typeface="宋体"/>
              <a:cs typeface="宋体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31502158" y="17729518"/>
            <a:ext cx="6322695" cy="2035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995"/>
              </a:lnSpc>
            </a:pPr>
            <a:r>
              <a:rPr sz="28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Fif</a:t>
            </a:r>
            <a:r>
              <a:rPr sz="28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th-order smootherstep</a:t>
            </a:r>
            <a:r>
              <a:rPr sz="2800" kern="0" spc="17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8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interpola</a:t>
            </a:r>
            <a:r>
              <a:rPr sz="28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tio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</a:t>
            </a:r>
            <a:endParaRPr sz="2800" dirty="0">
              <a:latin typeface="宋体"/>
              <a:ea typeface="宋体"/>
              <a:cs typeface="宋体"/>
            </a:endParaRPr>
          </a:p>
          <a:p>
            <a:pPr marL="50800" indent="-38100" algn="l" rtl="0" eaLnBrk="0">
              <a:lnSpc>
                <a:spcPct val="167000"/>
              </a:lnSpc>
              <a:spcBef>
                <a:spcPts val="5"/>
              </a:spcBef>
            </a:pPr>
            <a:r>
              <a:rPr sz="2800" kern="0" spc="-7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ensures C²</a:t>
            </a:r>
            <a:r>
              <a:rPr sz="2800" kern="0" spc="-8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compatibility for</a:t>
            </a:r>
            <a:r>
              <a:rPr sz="2800" kern="0" spc="15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800" kern="0" spc="-8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second-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 </a:t>
            </a:r>
            <a:r>
              <a:rPr sz="31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order smoothness.</a:t>
            </a:r>
            <a:endParaRPr sz="3100" dirty="0">
              <a:latin typeface="宋体"/>
              <a:ea typeface="宋体"/>
              <a:cs typeface="宋体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22040676" y="17722844"/>
            <a:ext cx="5835015" cy="2055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545"/>
              </a:lnSpc>
            </a:pP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Hash-induced numerical </a:t>
            </a:r>
            <a:r>
              <a:rPr sz="28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oscillations</a:t>
            </a:r>
            <a:endParaRPr sz="2800" dirty="0">
              <a:latin typeface="宋体"/>
              <a:ea typeface="宋体"/>
              <a:cs typeface="宋体"/>
            </a:endParaRPr>
          </a:p>
          <a:p>
            <a:pPr marL="12700" algn="l" rtl="0" eaLnBrk="0">
              <a:lnSpc>
                <a:spcPct val="185000"/>
              </a:lnSpc>
              <a:spcBef>
                <a:spcPts val="5"/>
              </a:spcBef>
            </a:pPr>
            <a:r>
              <a:rPr sz="2800" kern="0" spc="-7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are suppressed by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800" kern="0" spc="-7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</a:t>
            </a:r>
            <a:r>
              <a:rPr sz="2800" kern="0" spc="-8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aplacian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      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regularization.</a:t>
            </a:r>
            <a:endParaRPr sz="2800" dirty="0">
              <a:latin typeface="宋体"/>
              <a:ea typeface="宋体"/>
              <a:cs typeface="宋体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3390818" y="17742054"/>
            <a:ext cx="5702935" cy="2016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895"/>
              </a:lnSpc>
            </a:pPr>
            <a:r>
              <a:rPr sz="29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Multiresolutio</a:t>
            </a: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 HashGrid replaces</a:t>
            </a:r>
            <a:endParaRPr sz="2900" dirty="0">
              <a:latin typeface="宋体"/>
              <a:ea typeface="宋体"/>
              <a:cs typeface="宋体"/>
            </a:endParaRPr>
          </a:p>
          <a:p>
            <a:pPr marL="12700" algn="l" rtl="0" eaLnBrk="0">
              <a:lnSpc>
                <a:spcPct val="166000"/>
              </a:lnSpc>
              <a:spcBef>
                <a:spcPts val="25"/>
              </a:spcBef>
            </a:pP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deep global MLP</a:t>
            </a:r>
            <a:r>
              <a:rPr sz="2900" kern="0" spc="5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f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or</a:t>
            </a:r>
            <a:r>
              <a:rPr sz="2900" kern="0" spc="17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localized,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  </a:t>
            </a:r>
            <a:r>
              <a:rPr sz="30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compact repr</a:t>
            </a:r>
            <a:r>
              <a:rPr sz="30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esentation.</a:t>
            </a:r>
            <a:endParaRPr sz="3000" dirty="0">
              <a:latin typeface="宋体"/>
              <a:ea typeface="宋体"/>
              <a:cs typeface="宋体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12662103" y="17742054"/>
            <a:ext cx="5693410" cy="2004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895"/>
              </a:lnSpc>
            </a:pPr>
            <a:r>
              <a:rPr sz="28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C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aptures sharp curvature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variati</a:t>
            </a:r>
            <a:r>
              <a:rPr sz="28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o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</a:t>
            </a:r>
            <a:endParaRPr sz="2800" dirty="0">
              <a:latin typeface="宋体"/>
              <a:ea typeface="宋体"/>
              <a:cs typeface="宋体"/>
            </a:endParaRPr>
          </a:p>
          <a:p>
            <a:pPr marL="12700" algn="l" rtl="0" eaLnBrk="0">
              <a:lnSpc>
                <a:spcPct val="165000"/>
              </a:lnSpc>
              <a:spcBef>
                <a:spcPts val="5"/>
              </a:spcBef>
            </a:pPr>
            <a:r>
              <a:rPr sz="31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and localized</a:t>
            </a:r>
            <a:r>
              <a:rPr sz="3100" kern="0" spc="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31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CAD</a:t>
            </a:r>
            <a:r>
              <a:rPr sz="3100" kern="0" spc="-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31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boundary-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   </a:t>
            </a:r>
            <a:r>
              <a:rPr sz="28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layer featur</a:t>
            </a:r>
            <a:r>
              <a:rPr sz="28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es.</a:t>
            </a:r>
            <a:endParaRPr sz="2800" dirty="0">
              <a:latin typeface="宋体"/>
              <a:ea typeface="宋体"/>
              <a:cs typeface="宋体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1860479" y="15081207"/>
            <a:ext cx="19491324" cy="584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4395"/>
              </a:lnSpc>
            </a:pPr>
            <a:r>
              <a:rPr sz="4800" kern="0" spc="-130" baseline="40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Inpu</a:t>
            </a:r>
            <a:r>
              <a:rPr sz="4800" kern="0" spc="-120" baseline="40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t</a:t>
            </a:r>
            <a:r>
              <a:rPr sz="31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4800" kern="0" spc="-120" baseline="40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point</a:t>
            </a:r>
            <a:r>
              <a:rPr sz="31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  </a:t>
            </a:r>
            <a:r>
              <a:rPr sz="31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              </a:t>
            </a:r>
            <a:r>
              <a:rPr sz="4800" kern="0" spc="-130" baseline="60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HashGrid</a:t>
            </a:r>
            <a:r>
              <a:rPr sz="31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4800" kern="0" spc="-130" baseline="60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encoder</a:t>
            </a:r>
            <a:r>
              <a:rPr sz="31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               </a:t>
            </a:r>
            <a:r>
              <a:rPr sz="4100" kern="0" spc="-130" baseline="210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Lightweight</a:t>
            </a:r>
            <a:r>
              <a:rPr sz="26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4100" kern="0" spc="-130" baseline="210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decoder</a:t>
            </a:r>
            <a:r>
              <a:rPr sz="26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                   </a:t>
            </a:r>
            <a:r>
              <a:rPr sz="31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Residual fiel</a:t>
            </a:r>
            <a:r>
              <a:rPr sz="31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d</a:t>
            </a:r>
            <a:endParaRPr sz="3100" dirty="0">
              <a:latin typeface="宋体"/>
              <a:ea typeface="宋体"/>
              <a:cs typeface="宋体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36842740" y="2668162"/>
            <a:ext cx="4177030" cy="2505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3830" algn="l" rtl="0" eaLnBrk="0">
              <a:lnSpc>
                <a:spcPct val="90000"/>
              </a:lnSpc>
            </a:pPr>
            <a:r>
              <a:rPr sz="3300" b="1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Boundary</a:t>
            </a:r>
            <a:r>
              <a:rPr sz="3300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3300" b="1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cosine</a:t>
            </a:r>
            <a:r>
              <a:rPr sz="3300" kern="0" spc="5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3300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loss</a:t>
            </a:r>
            <a:endParaRPr sz="3300" dirty="0">
              <a:latin typeface="宋体"/>
              <a:ea typeface="宋体"/>
              <a:cs typeface="宋体"/>
            </a:endParaRPr>
          </a:p>
          <a:p>
            <a:pPr marL="12700" indent="145415" algn="l" rtl="0" eaLnBrk="0">
              <a:lnSpc>
                <a:spcPct val="156000"/>
              </a:lnSpc>
              <a:spcBef>
                <a:spcPts val="65"/>
              </a:spcBef>
            </a:pPr>
            <a:r>
              <a:rPr sz="26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align with</a:t>
            </a:r>
            <a:r>
              <a:rPr sz="2600" kern="0" spc="26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6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inner-wall and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outer-boundary di</a:t>
            </a:r>
            <a:r>
              <a:rPr sz="28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rections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Lbc</a:t>
            </a:r>
            <a:r>
              <a:rPr sz="3100" kern="0" spc="6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=1-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cos</a:t>
            </a:r>
            <a:r>
              <a:rPr sz="3100" kern="0" spc="6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(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upred</a:t>
            </a:r>
            <a:r>
              <a:rPr sz="3100" kern="0" spc="6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,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nb</a:t>
            </a:r>
            <a:r>
              <a:rPr sz="3100" kern="0" spc="6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)</a:t>
            </a:r>
            <a:endParaRPr sz="3100" dirty="0">
              <a:latin typeface="宋体"/>
              <a:ea typeface="宋体"/>
              <a:cs typeface="宋体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25647558" y="9803991"/>
            <a:ext cx="4723130" cy="1168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545"/>
              </a:lnSpc>
            </a:pPr>
            <a:r>
              <a:rPr sz="2900" kern="0" spc="-8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C²-compatible interpolati</a:t>
            </a:r>
            <a:r>
              <a:rPr sz="29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on</a:t>
            </a:r>
            <a:endParaRPr sz="2900" dirty="0">
              <a:latin typeface="宋体"/>
              <a:ea typeface="宋体"/>
              <a:cs typeface="宋体"/>
            </a:endParaRPr>
          </a:p>
          <a:p>
            <a:pPr marL="533400" algn="l" rtl="0" eaLnBrk="0">
              <a:lnSpc>
                <a:spcPts val="5450"/>
              </a:lnSpc>
            </a:pPr>
            <a:r>
              <a:rPr sz="34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S</a:t>
            </a:r>
            <a:r>
              <a:rPr sz="3400" kern="0" spc="-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 </a:t>
            </a:r>
            <a:r>
              <a:rPr sz="34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(t)=6t</a:t>
            </a:r>
            <a:r>
              <a:rPr sz="3400" kern="0" spc="-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5</a:t>
            </a:r>
            <a:r>
              <a:rPr sz="34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-15t</a:t>
            </a:r>
            <a:r>
              <a:rPr sz="3400" kern="0" spc="-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4</a:t>
            </a:r>
            <a:r>
              <a:rPr sz="34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+10t³</a:t>
            </a:r>
            <a:endParaRPr sz="3400" dirty="0">
              <a:latin typeface="宋体"/>
              <a:ea typeface="宋体"/>
              <a:cs typeface="宋体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797014" y="17659310"/>
            <a:ext cx="2464246" cy="2095636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18923" y="17678328"/>
            <a:ext cx="2489119" cy="2051124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25222302" y="2701554"/>
            <a:ext cx="4822190" cy="1044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025015" algn="l" rtl="0" eaLnBrk="0">
              <a:lnSpc>
                <a:spcPct val="110000"/>
              </a:lnSpc>
            </a:pPr>
            <a:r>
              <a:rPr sz="29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Global Geometric</a:t>
            </a:r>
            <a:r>
              <a:rPr sz="2900" kern="0" spc="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4500" kern="0" spc="-140" baseline="190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UGGGP(p)</a:t>
            </a:r>
            <a:r>
              <a:rPr sz="2800" kern="0" spc="5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 </a:t>
            </a:r>
            <a:r>
              <a:rPr sz="4900" kern="0" spc="-140" baseline="-100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Guidance</a:t>
            </a:r>
            <a:r>
              <a:rPr sz="3100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4900" kern="0" spc="-140" baseline="-100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Field</a:t>
            </a:r>
            <a:endParaRPr sz="4900" baseline="-10000" dirty="0">
              <a:latin typeface="宋体"/>
              <a:ea typeface="宋体"/>
              <a:cs typeface="宋体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28282980" y="7391612"/>
            <a:ext cx="5236210" cy="898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571500" algn="l" rtl="0" eaLnBrk="0">
              <a:lnSpc>
                <a:spcPct val="98000"/>
              </a:lnSpc>
            </a:pPr>
            <a:r>
              <a:rPr sz="29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Hard boundary constraint:</a:t>
            </a:r>
            <a:r>
              <a:rPr sz="2900" kern="0" spc="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30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as d→0,residual v</a:t>
            </a:r>
            <a:r>
              <a:rPr sz="30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anishes</a:t>
            </a:r>
            <a:r>
              <a:rPr sz="3000" kern="0" spc="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30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and</a:t>
            </a:r>
            <a:endParaRPr sz="3000" dirty="0">
              <a:latin typeface="宋体"/>
              <a:ea typeface="宋体"/>
              <a:cs typeface="宋体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29173076" y="650929"/>
            <a:ext cx="7258685" cy="622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</a:pPr>
            <a:r>
              <a:rPr sz="4400" b="1" kern="0" spc="-18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Boundary-inf</a:t>
            </a:r>
            <a:r>
              <a:rPr sz="4400" b="1" kern="0" spc="-1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ormed</a:t>
            </a:r>
            <a:r>
              <a:rPr sz="4400" kern="0" spc="-1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4400" b="1" kern="0" spc="-1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constraint</a:t>
            </a:r>
            <a:endParaRPr sz="4400" dirty="0">
              <a:latin typeface="宋体"/>
              <a:ea typeface="宋体"/>
              <a:cs typeface="宋体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36686816" y="650929"/>
            <a:ext cx="6210300" cy="622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</a:pPr>
            <a:r>
              <a:rPr sz="4400" b="1" kern="0" spc="-2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and</a:t>
            </a:r>
            <a:r>
              <a:rPr sz="4400" kern="0" spc="-2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4400" b="1" kern="0" spc="-2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reg</a:t>
            </a:r>
            <a:r>
              <a:rPr sz="4400" b="1" kern="0" spc="-2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ularized</a:t>
            </a:r>
            <a:r>
              <a:rPr sz="4400" kern="0" spc="27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4400" b="1" kern="0" spc="-2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learnin</a:t>
            </a:r>
            <a:r>
              <a:rPr sz="4400" b="1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g</a:t>
            </a:r>
            <a:endParaRPr sz="4400" dirty="0">
              <a:latin typeface="宋体"/>
              <a:ea typeface="宋体"/>
              <a:cs typeface="宋体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36906136" y="9586726"/>
            <a:ext cx="3382009" cy="1049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445"/>
              </a:lnSpc>
            </a:pPr>
            <a:r>
              <a:rPr sz="27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f</a:t>
            </a:r>
            <a:r>
              <a:rPr sz="27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inite differences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7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o</a:t>
            </a: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</a:t>
            </a:r>
            <a:endParaRPr sz="2700" dirty="0">
              <a:latin typeface="宋体"/>
              <a:ea typeface="宋体"/>
              <a:cs typeface="宋体"/>
            </a:endParaRPr>
          </a:p>
          <a:p>
            <a:pPr marL="354965" algn="l" rtl="0" eaLnBrk="0">
              <a:lnSpc>
                <a:spcPts val="4610"/>
              </a:lnSpc>
            </a:pP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interior</a:t>
            </a:r>
            <a:r>
              <a:rPr sz="2900" kern="0" spc="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samp</a:t>
            </a: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les</a:t>
            </a:r>
            <a:endParaRPr sz="2900" dirty="0">
              <a:latin typeface="宋体"/>
              <a:ea typeface="宋体"/>
              <a:cs typeface="宋体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8092680" y="5785344"/>
            <a:ext cx="7143750" cy="502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3700" b="1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U</a:t>
            </a:r>
            <a:r>
              <a:rPr sz="37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pred</a:t>
            </a:r>
            <a:r>
              <a:rPr sz="3700" kern="0" spc="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(p)=γ</a:t>
            </a:r>
            <a:r>
              <a:rPr sz="37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uGGGF</a:t>
            </a:r>
            <a:r>
              <a:rPr sz="3700" kern="0" spc="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(p)+f(d)(p;</a:t>
            </a:r>
            <a:r>
              <a:rPr sz="3700" kern="0" spc="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θ)</a:t>
            </a:r>
            <a:endParaRPr sz="3700" dirty="0">
              <a:latin typeface="宋体"/>
              <a:ea typeface="宋体"/>
              <a:cs typeface="宋体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25806544" y="14904607"/>
            <a:ext cx="3305809" cy="1025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3300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Boun</a:t>
            </a:r>
            <a:r>
              <a:rPr sz="33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dary-infor</a:t>
            </a:r>
            <a:r>
              <a:rPr sz="3300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me</a:t>
            </a:r>
            <a:r>
              <a:rPr sz="33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d</a:t>
            </a:r>
            <a:endParaRPr sz="3300" dirty="0">
              <a:latin typeface="宋体"/>
              <a:ea typeface="宋体"/>
              <a:cs typeface="宋体"/>
            </a:endParaRPr>
          </a:p>
          <a:p>
            <a:pPr marL="672465" algn="l" rtl="0" eaLnBrk="0">
              <a:lnSpc>
                <a:spcPts val="4430"/>
              </a:lnSpc>
            </a:pPr>
            <a:r>
              <a:rPr sz="30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formulation</a:t>
            </a:r>
            <a:endParaRPr sz="3000" dirty="0">
              <a:latin typeface="宋体"/>
              <a:ea typeface="宋体"/>
              <a:cs typeface="宋体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7557216" y="608930"/>
            <a:ext cx="5387340" cy="622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3000"/>
              </a:lnSpc>
            </a:pPr>
            <a:r>
              <a:rPr sz="4200" b="1" kern="0" spc="-2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Multiresolution</a:t>
            </a:r>
            <a:r>
              <a:rPr sz="4200" kern="0" spc="-2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4200" b="1" kern="0" spc="-2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neur</a:t>
            </a:r>
            <a:r>
              <a:rPr sz="4200" b="1" kern="0" spc="-2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al</a:t>
            </a:r>
            <a:endParaRPr sz="4200" dirty="0">
              <a:latin typeface="宋体"/>
              <a:ea typeface="宋体"/>
              <a:cs typeface="宋体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46507588" y="8705178"/>
            <a:ext cx="1933575" cy="1621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0000"/>
              </a:lnSpc>
            </a:pPr>
            <a:r>
              <a:rPr sz="32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optimize</a:t>
            </a:r>
            <a:endParaRPr sz="3200" dirty="0">
              <a:latin typeface="宋体"/>
              <a:ea typeface="宋体"/>
              <a:cs typeface="宋体"/>
            </a:endParaRPr>
          </a:p>
          <a:p>
            <a:pPr marL="12700" indent="234315" algn="l" rtl="0" eaLnBrk="0">
              <a:lnSpc>
                <a:spcPct val="116000"/>
              </a:lnSpc>
              <a:spcBef>
                <a:spcPts val="70"/>
              </a:spcBef>
            </a:pPr>
            <a:r>
              <a:rPr sz="32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network</a:t>
            </a:r>
            <a:r>
              <a:rPr sz="3200" kern="0" spc="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3300" kern="0" spc="-15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parameters</a:t>
            </a:r>
            <a:endParaRPr sz="3300" dirty="0">
              <a:latin typeface="宋体"/>
              <a:ea typeface="宋体"/>
              <a:cs typeface="宋体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25285698" y="13657962"/>
            <a:ext cx="6689090" cy="476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545"/>
              </a:lnSpc>
            </a:pP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r</a:t>
            </a:r>
            <a:r>
              <a:rPr sz="2700" kern="0" spc="-8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eplaces linear</a:t>
            </a:r>
            <a:r>
              <a:rPr sz="2700" kern="0" spc="2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700" kern="0" spc="-8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interp</a:t>
            </a: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olation</a:t>
            </a:r>
            <a:r>
              <a:rPr sz="2700" kern="0" spc="2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in HashGri</a:t>
            </a:r>
            <a:r>
              <a:rPr sz="2700" kern="0" spc="-8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d</a:t>
            </a:r>
            <a:endParaRPr sz="2700" dirty="0">
              <a:latin typeface="宋体"/>
              <a:ea typeface="宋体"/>
              <a:cs typeface="宋体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21132618" y="9367384"/>
            <a:ext cx="1776095" cy="1627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30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normalized</a:t>
            </a:r>
            <a:endParaRPr sz="3000" dirty="0">
              <a:latin typeface="宋体"/>
              <a:ea typeface="宋体"/>
              <a:cs typeface="宋体"/>
            </a:endParaRPr>
          </a:p>
          <a:p>
            <a:pPr marL="82550" indent="164465" algn="l" rtl="0" eaLnBrk="0">
              <a:lnSpc>
                <a:spcPct val="134000"/>
              </a:lnSpc>
              <a:spcBef>
                <a:spcPts val="40"/>
              </a:spcBef>
            </a:pP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residual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correction</a:t>
            </a:r>
            <a:endParaRPr sz="2900" dirty="0">
              <a:latin typeface="宋体"/>
              <a:ea typeface="宋体"/>
              <a:cs typeface="宋体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793922" y="2565407"/>
            <a:ext cx="2272030" cy="1154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3000"/>
              </a:lnSpc>
            </a:pPr>
            <a:r>
              <a:rPr sz="3500" kern="0" spc="-15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query point</a:t>
            </a:r>
            <a:endParaRPr sz="3500" dirty="0">
              <a:latin typeface="宋体"/>
              <a:ea typeface="宋体"/>
              <a:cs typeface="宋体"/>
            </a:endParaRPr>
          </a:p>
          <a:p>
            <a:pPr marL="12700" algn="l" rtl="0" eaLnBrk="0">
              <a:lnSpc>
                <a:spcPts val="4990"/>
              </a:lnSpc>
            </a:pPr>
            <a:r>
              <a:rPr sz="3000" kern="0" spc="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p=(x,y,z)</a:t>
            </a:r>
            <a:endParaRPr sz="3000" dirty="0">
              <a:latin typeface="宋体"/>
              <a:ea typeface="宋体"/>
              <a:cs typeface="宋体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16103660" y="3036563"/>
            <a:ext cx="5535295" cy="476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545"/>
              </a:lnSpc>
            </a:pP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(2 hidden layers,64</a:t>
            </a:r>
            <a:r>
              <a:rPr sz="2800" kern="0" spc="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neurons,SiLU)</a:t>
            </a:r>
            <a:endParaRPr sz="2800" dirty="0">
              <a:latin typeface="宋体"/>
              <a:ea typeface="宋体"/>
              <a:cs typeface="宋体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8270302" y="8480633"/>
            <a:ext cx="5752465" cy="412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27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near-wall orthogonality is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7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enforced.</a:t>
            </a:r>
            <a:endParaRPr sz="2700" dirty="0">
              <a:latin typeface="宋体"/>
              <a:ea typeface="宋体"/>
              <a:cs typeface="宋体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13119060" y="5818638"/>
            <a:ext cx="2536190" cy="897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5750" algn="l" rtl="0" eaLnBrk="0">
              <a:lnSpc>
                <a:spcPts val="2945"/>
              </a:lnSpc>
            </a:pP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lattice ve</a:t>
            </a:r>
            <a:r>
              <a:rPr sz="22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rtices</a:t>
            </a:r>
            <a:endParaRPr sz="2200" dirty="0">
              <a:latin typeface="宋体"/>
              <a:ea typeface="宋体"/>
              <a:cs typeface="宋体"/>
            </a:endParaRPr>
          </a:p>
          <a:p>
            <a:pPr algn="r" rtl="0" eaLnBrk="0">
              <a:lnSpc>
                <a:spcPts val="3920"/>
              </a:lnSpc>
            </a:pP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(for</a:t>
            </a:r>
            <a:r>
              <a:rPr sz="2200" kern="0" spc="1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interp</a:t>
            </a:r>
            <a:r>
              <a:rPr sz="2200" kern="0" spc="-8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olation)</a:t>
            </a:r>
            <a:endParaRPr sz="2200" dirty="0">
              <a:latin typeface="宋体"/>
              <a:ea typeface="宋体"/>
              <a:cs typeface="宋体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44729504" y="14911956"/>
            <a:ext cx="2164080" cy="1038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</a:pPr>
            <a:r>
              <a:rPr sz="30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Optimization</a:t>
            </a:r>
            <a:endParaRPr sz="3000" dirty="0">
              <a:latin typeface="宋体"/>
              <a:ea typeface="宋体"/>
              <a:cs typeface="宋体"/>
            </a:endParaRPr>
          </a:p>
          <a:p>
            <a:pPr marL="158115" algn="l" rtl="0" eaLnBrk="0">
              <a:lnSpc>
                <a:spcPts val="4745"/>
              </a:lnSpc>
            </a:pPr>
            <a:r>
              <a:rPr sz="3300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parameters</a:t>
            </a:r>
            <a:endParaRPr sz="3300" dirty="0">
              <a:latin typeface="宋体"/>
              <a:ea typeface="宋体"/>
              <a:cs typeface="宋体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8667517" y="13359333"/>
            <a:ext cx="4790440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3000"/>
              </a:lnSpc>
            </a:pP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32-d concatenated descript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or</a:t>
            </a:r>
            <a:endParaRPr sz="2900" dirty="0">
              <a:latin typeface="宋体"/>
              <a:ea typeface="宋体"/>
              <a:cs typeface="宋体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36702776" y="7675249"/>
            <a:ext cx="3956684" cy="520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3000"/>
              </a:lnSpc>
            </a:pPr>
            <a:r>
              <a:rPr sz="35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La</a:t>
            </a:r>
            <a:r>
              <a:rPr sz="35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placian smooth</a:t>
            </a:r>
            <a:r>
              <a:rPr sz="35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in</a:t>
            </a:r>
            <a:r>
              <a:rPr sz="35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g</a:t>
            </a:r>
            <a:endParaRPr sz="3500" dirty="0">
              <a:latin typeface="宋体"/>
              <a:ea typeface="宋体"/>
              <a:cs typeface="宋体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3918000" y="5639835"/>
            <a:ext cx="3987800" cy="493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685"/>
              </a:lnSpc>
            </a:pPr>
            <a:r>
              <a:rPr sz="29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dependent       </a:t>
            </a:r>
            <a:r>
              <a:rPr sz="4300" kern="0" spc="-90" baseline="120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level</a:t>
            </a:r>
            <a:r>
              <a:rPr sz="2800" kern="0" spc="16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4300" kern="0" spc="-90" baseline="120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1</a:t>
            </a:r>
            <a:endParaRPr sz="4300" baseline="12000" dirty="0">
              <a:latin typeface="宋体"/>
              <a:ea typeface="宋体"/>
              <a:cs typeface="宋体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8292978" y="2309111"/>
            <a:ext cx="4424045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245"/>
              </a:lnSpc>
            </a:pPr>
            <a:r>
              <a:rPr sz="2500" kern="0" spc="-6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(16 levels,</a:t>
            </a:r>
            <a:r>
              <a:rPr sz="2500" kern="0" spc="-7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2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500" kern="0" spc="-7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features</a:t>
            </a:r>
            <a:r>
              <a:rPr sz="2500" kern="0" spc="5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500" kern="0" spc="-7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/level)</a:t>
            </a:r>
            <a:endParaRPr sz="2500" dirty="0">
              <a:latin typeface="宋体"/>
              <a:ea typeface="宋体"/>
              <a:cs typeface="宋体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36741300" y="8778339"/>
            <a:ext cx="3780155" cy="515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600" kern="0" spc="-6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Clap=||V²upredll²</a:t>
            </a:r>
            <a:endParaRPr sz="3600" dirty="0">
              <a:latin typeface="宋体"/>
              <a:ea typeface="宋体"/>
              <a:cs typeface="宋体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16814698" y="2423204"/>
            <a:ext cx="380873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4000"/>
              </a:lnSpc>
            </a:pPr>
            <a:r>
              <a:rPr sz="34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Lightweight d</a:t>
            </a:r>
            <a:r>
              <a:rPr sz="3400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ecoder</a:t>
            </a:r>
            <a:endParaRPr sz="3400" dirty="0">
              <a:latin typeface="宋体"/>
              <a:ea typeface="宋体"/>
              <a:cs typeface="宋体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13392161" y="10564746"/>
            <a:ext cx="1732279" cy="1056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</a:pP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multiscal</a:t>
            </a:r>
            <a:r>
              <a:rPr sz="2900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e</a:t>
            </a:r>
            <a:r>
              <a:rPr sz="2900" kern="0" spc="-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600" kern="0" spc="-8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local basis</a:t>
            </a:r>
            <a:endParaRPr sz="2600" dirty="0">
              <a:latin typeface="宋体"/>
              <a:ea typeface="宋体"/>
              <a:cs typeface="宋体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8699560" y="1725586"/>
            <a:ext cx="348615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3400" b="1" kern="0" spc="-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HashGrid</a:t>
            </a:r>
            <a:r>
              <a:rPr sz="3400" kern="0" spc="-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3400" b="1" kern="0" spc="-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encode</a:t>
            </a:r>
            <a:r>
              <a:rPr sz="3400" b="1" kern="0" spc="-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r</a:t>
            </a:r>
            <a:endParaRPr sz="3400" dirty="0">
              <a:latin typeface="宋体"/>
              <a:ea typeface="宋体"/>
              <a:cs typeface="宋体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32461426" y="15142887"/>
            <a:ext cx="2366010" cy="520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895"/>
              </a:lnSpc>
            </a:pP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Regularization</a:t>
            </a:r>
            <a:endParaRPr sz="2800" dirty="0">
              <a:latin typeface="宋体"/>
              <a:ea typeface="宋体"/>
              <a:cs typeface="宋体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42665644" y="7440200"/>
            <a:ext cx="312674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Ltotal=aoLBe+a</a:t>
            </a: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Ltap</a:t>
            </a:r>
            <a:endParaRPr sz="2600" dirty="0">
              <a:latin typeface="宋体"/>
              <a:ea typeface="宋体"/>
              <a:cs typeface="宋体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17386260" y="4378943"/>
            <a:ext cx="2509520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3000" kern="0" spc="-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64</a:t>
            </a:r>
            <a:r>
              <a:rPr sz="3000" kern="0" spc="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        </a:t>
            </a:r>
            <a:r>
              <a:rPr sz="3000" kern="0" spc="-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64</a:t>
            </a:r>
            <a:endParaRPr sz="3000" dirty="0">
              <a:latin typeface="宋体"/>
              <a:ea typeface="宋体"/>
              <a:cs typeface="宋体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3663919" y="6297405"/>
            <a:ext cx="2214245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9000"/>
              </a:lnSpc>
            </a:pPr>
            <a:r>
              <a:rPr sz="2900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nor</a:t>
            </a: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malizatio</a:t>
            </a: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</a:t>
            </a:r>
            <a:endParaRPr sz="2900" dirty="0">
              <a:latin typeface="宋体"/>
              <a:ea typeface="宋体"/>
              <a:cs typeface="宋体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13341443" y="5337387"/>
            <a:ext cx="2092960" cy="412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27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8</a:t>
            </a:r>
            <a:r>
              <a:rPr sz="27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neighborin</a:t>
            </a: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g</a:t>
            </a:r>
            <a:endParaRPr sz="2700" dirty="0">
              <a:latin typeface="宋体"/>
              <a:ea typeface="宋体"/>
              <a:cs typeface="宋体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21342318" y="7715264"/>
            <a:ext cx="1500505" cy="520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895"/>
              </a:lnSpc>
            </a:pPr>
            <a:r>
              <a:rPr sz="3100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Φ(p;θ)</a:t>
            </a:r>
            <a:endParaRPr sz="3100" dirty="0">
              <a:latin typeface="宋体"/>
              <a:ea typeface="宋体"/>
              <a:cs typeface="宋体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13189826" y="608930"/>
            <a:ext cx="1218565" cy="622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0"/>
              </a:spcBef>
            </a:pPr>
            <a:r>
              <a:rPr sz="4100" b="1" kern="0" spc="-2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fiel</a:t>
            </a:r>
            <a:r>
              <a:rPr sz="4100" b="1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d</a:t>
            </a:r>
            <a:endParaRPr sz="4100" dirty="0">
              <a:latin typeface="宋体"/>
              <a:ea typeface="宋体"/>
              <a:cs typeface="宋体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40035812" y="15106703"/>
            <a:ext cx="1383665" cy="520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895"/>
              </a:lnSpc>
            </a:pP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fu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nctio</a:t>
            </a: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</a:t>
            </a:r>
            <a:endParaRPr sz="2900" dirty="0">
              <a:latin typeface="宋体"/>
              <a:ea typeface="宋体"/>
              <a:cs typeface="宋体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6604143" y="10775142"/>
            <a:ext cx="152273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445"/>
              </a:lnSpc>
            </a:pPr>
            <a:r>
              <a:rPr sz="25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(level</a:t>
            </a:r>
            <a:r>
              <a:rPr sz="2500" kern="0" spc="26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5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15)</a:t>
            </a:r>
            <a:endParaRPr sz="2500" dirty="0">
              <a:latin typeface="宋体"/>
              <a:ea typeface="宋体"/>
              <a:cs typeface="宋体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3841922" y="5182150"/>
            <a:ext cx="1765935" cy="392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3000"/>
              </a:lnSpc>
            </a:pPr>
            <a:r>
              <a:rPr sz="3300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G</a:t>
            </a:r>
            <a:r>
              <a:rPr sz="3300" kern="0" spc="-1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eometry</a:t>
            </a:r>
            <a:r>
              <a:rPr sz="33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-</a:t>
            </a:r>
            <a:endParaRPr sz="3300" dirty="0">
              <a:latin typeface="宋体"/>
              <a:ea typeface="宋体"/>
              <a:cs typeface="宋体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6648520" y="4050422"/>
            <a:ext cx="139065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445"/>
              </a:lnSpc>
            </a:pPr>
            <a:r>
              <a:rPr sz="2500" kern="0" spc="-8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(level</a:t>
            </a:r>
            <a:r>
              <a:rPr sz="2500" kern="0" spc="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500" kern="0" spc="-8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0)</a:t>
            </a:r>
            <a:endParaRPr sz="2500" dirty="0">
              <a:latin typeface="宋体"/>
              <a:ea typeface="宋体"/>
              <a:cs typeface="宋体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6826037" y="7529332"/>
            <a:ext cx="1067435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445"/>
              </a:lnSpc>
            </a:pPr>
            <a:r>
              <a:rPr sz="25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level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500" kern="0" spc="-1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2</a:t>
            </a:r>
            <a:endParaRPr sz="2500" dirty="0">
              <a:latin typeface="宋体"/>
              <a:ea typeface="宋体"/>
              <a:cs typeface="宋体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4013098" y="9427883"/>
            <a:ext cx="1002664" cy="335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435"/>
              </a:lnSpc>
            </a:pPr>
            <a:r>
              <a:rPr sz="3900" kern="0" spc="-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p→p</a:t>
            </a:r>
            <a:endParaRPr sz="3900" dirty="0">
              <a:latin typeface="宋体"/>
              <a:ea typeface="宋体"/>
              <a:cs typeface="宋体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7010379" y="10215334"/>
            <a:ext cx="69342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445"/>
              </a:lnSpc>
            </a:pP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fine</a:t>
            </a:r>
            <a:endParaRPr sz="2800" dirty="0">
              <a:latin typeface="宋体"/>
              <a:ea typeface="宋体"/>
              <a:cs typeface="宋体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39167028" y="15188428"/>
            <a:ext cx="703580" cy="365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7000"/>
              </a:lnSpc>
            </a:pP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Loss</a:t>
            </a:r>
            <a:endParaRPr sz="2900" dirty="0">
              <a:latin typeface="宋体"/>
              <a:ea typeface="宋体"/>
              <a:cs typeface="宋体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47390284" y="7252494"/>
            <a:ext cx="390525" cy="571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4295"/>
              </a:lnSpc>
            </a:pPr>
            <a:r>
              <a:rPr sz="3100" kern="0" spc="-2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θ</a:t>
            </a:r>
            <a:endParaRPr sz="3100" dirty="0">
              <a:latin typeface="宋体"/>
              <a:ea typeface="宋体"/>
              <a:cs typeface="宋体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6826037" y="3736686"/>
            <a:ext cx="903605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370"/>
              </a:lnSpc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coarse</a:t>
            </a:r>
            <a:endParaRPr sz="2300" dirty="0">
              <a:latin typeface="宋体"/>
              <a:ea typeface="宋体"/>
              <a:cs typeface="宋体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1390843" y="7101027"/>
            <a:ext cx="327660" cy="414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060"/>
              </a:lnSpc>
            </a:pPr>
            <a:r>
              <a:rPr sz="5200" kern="0" spc="-2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y</a:t>
            </a:r>
            <a:endParaRPr sz="5200" dirty="0">
              <a:latin typeface="宋体"/>
              <a:ea typeface="宋体"/>
              <a:cs typeface="宋体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1390843" y="4768746"/>
            <a:ext cx="255905" cy="520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3000"/>
              </a:lnSpc>
            </a:pPr>
            <a:r>
              <a:rPr sz="3900" kern="0" spc="-15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x</a:t>
            </a:r>
            <a:endParaRPr sz="3900" dirty="0">
              <a:latin typeface="宋体"/>
              <a:ea typeface="宋体"/>
              <a:cs typeface="宋体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1390843" y="9258564"/>
            <a:ext cx="238125" cy="406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69000"/>
              </a:lnSpc>
            </a:pPr>
            <a:r>
              <a:rPr sz="3600" kern="0" spc="-1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Z</a:t>
            </a:r>
            <a:endParaRPr sz="3600" dirty="0">
              <a:latin typeface="宋体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1584</Words>
  <Application>WPS Office WWO_wpscloud_20260508175737-a9385e8bc7</Application>
  <PresentationFormat>宽屏</PresentationFormat>
  <Paragraphs>118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Arial</vt:lpstr>
      <vt:lpstr>宋体</vt:lpstr>
      <vt:lpstr>Calibri</vt:lpstr>
      <vt:lpstr>Office 主题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2026-05-21T08:24:10Z</dcterms:created>
  <dcterms:modified xsi:type="dcterms:W3CDTF">2026-05-21T08:24:10Z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2052-12.9.0.26427</vt:lpwstr>
  </property>
  <property fmtid="{D5CDD505-2E9C-101B-9397-08002B2CF9AE}" pid="3" name="ICV">
    <vt:lpwstr>96D08A918B2D4EA548C00E6AAFD59FB7_42</vt:lpwstr>
  </property>
</Properties>
</file>